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Inteligencia Artificial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Búsqueda y Optimización en Almacenes</a:t>
            </a:r>
          </a:p>
          <a:p>
            <a:r>
              <a:t>(Enfoques y Resolución)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Búsqueda A* (A-Star)</a:t>
            </a:r>
          </a:p>
        </p:txBody>
      </p:sp>
      <p:pic>
        <p:nvPicPr>
          <p:cNvPr id="3" name="Picture 2" descr="img_a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572000" cy="40164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Búsqueda del camino más corto.</a:t>
            </a:r>
          </a:p>
          <a:p>
            <a:pPr>
              <a:defRPr sz="2000"/>
            </a:pPr>
            <a:r>
              <a:t>• Detección y evasión de obstáculos fijos (estanterías).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Multi-Agente</a:t>
            </a:r>
          </a:p>
        </p:txBody>
      </p:sp>
      <p:pic>
        <p:nvPicPr>
          <p:cNvPr id="3" name="Picture 2" descr="img_do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572000" cy="31021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Múltiples robots operando simultáneamente.</a:t>
            </a:r>
          </a:p>
          <a:p>
            <a:pPr>
              <a:defRPr sz="2000"/>
            </a:pPr>
            <a:r>
              <a:t>• Resolución de colisiones en tiempo real.</a:t>
            </a:r>
          </a:p>
          <a:p>
            <a:pPr>
              <a:defRPr sz="2000"/>
            </a:pPr>
            <a:r>
              <a:t>• Recálculo rápido de ruteo eficiente.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Temple Simulado</a:t>
            </a:r>
          </a:p>
        </p:txBody>
      </p:sp>
      <p:pic>
        <p:nvPicPr>
          <p:cNvPr id="3" name="Picture 2" descr="img_te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572000" cy="2507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Cálculo de secuencia óptima (ruta de picking).</a:t>
            </a:r>
          </a:p>
          <a:p>
            <a:pPr>
              <a:defRPr sz="2000"/>
            </a:pPr>
            <a:r>
              <a:t>• Evita óptimos locales mediante aceptación probabilística.</a:t>
            </a:r>
          </a:p>
          <a:p>
            <a:pPr>
              <a:defRPr sz="2000"/>
            </a:pPr>
            <a:r>
              <a:t>• Optimiza distancia total del recorrido.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Genético</a:t>
            </a:r>
          </a:p>
        </p:txBody>
      </p:sp>
      <p:pic>
        <p:nvPicPr>
          <p:cNvPr id="3" name="Picture 2" descr="img_gene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572000" cy="3724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Distribución inteligente del almacén.</a:t>
            </a:r>
          </a:p>
          <a:p>
            <a:pPr>
              <a:defRPr sz="2000"/>
            </a:pPr>
            <a:r>
              <a:t>• Productos más frecuentes al inicio (menor distancia).</a:t>
            </a:r>
          </a:p>
          <a:p>
            <a:pPr>
              <a:defRPr sz="2000"/>
            </a:pPr>
            <a:r>
              <a:t>• Evolución por selección natural (cruzamiento y mutación).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